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6"/>
  </p:notesMasterIdLst>
  <p:handoutMasterIdLst>
    <p:handoutMasterId r:id="rId17"/>
  </p:handoutMasterIdLst>
  <p:sldIdLst>
    <p:sldId id="256" r:id="rId13"/>
    <p:sldId id="257" r:id="rId14"/>
    <p:sldId id="258" r:id="rId15"/>
    <p:sldId id="259" r:id="rId12"/>
    <p:sldId id="260" r:id="rId11"/>
    <p:sldId id="261" r:id="rId10"/>
    <p:sldId id="262" r:id="rId9"/>
    <p:sldId id="263" r:id="rId8"/>
    <p:sldId id="264" r:id="rId7"/>
    <p:sldId id="265" r:id="rId6"/>
    <p:sldId id="266" r:id="rId5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9335FA-D4DB-670C-E070-1A7DCBDC0F93}" v="799" dt="2026-07-13T10:29:45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raj Suryavanshi" userId="99199785-5282-48b1-85f8-71ff2049b951" providerId="ADAL" clId="{FC643498-5734-4427-A9FC-E17CF51807D2}"/>
    <pc:docChg chg="custSel modSld addMainMaster delMainMaster modMainMaster">
      <pc:chgData name="Raviraj Suryavanshi" userId="99199785-5282-48b1-85f8-71ff2049b951" providerId="ADAL" clId="{FC643498-5734-4427-A9FC-E17CF51807D2}" dt="2026-07-10T06:53:49.885" v="2" actId="1076"/>
      <pc:docMkLst>
        <pc:docMk/>
      </pc:docMkLst>
      <pc:sldChg chg="delSp modSp mod setBg chgLayout">
        <pc:chgData name="Raviraj Suryavanshi" userId="99199785-5282-48b1-85f8-71ff2049b951" providerId="ADAL" clId="{FC643498-5734-4427-A9FC-E17CF51807D2}" dt="2026-07-10T06:53:49.885" v="2" actId="1076"/>
        <pc:sldMkLst>
          <pc:docMk/>
          <pc:sldMk cId="3417721485" sldId="256"/>
        </pc:sldMkLst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3417721485" sldId="256"/>
            <ac:spMk id="2" creationId="{340C7600-5BA8-4A54-887F-74AF87750A31}"/>
          </ac:spMkLst>
        </pc:spChg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3417721485" sldId="256"/>
            <ac:spMk id="3" creationId="{AE584786-6548-4BB4-95FD-977AD1F362C6}"/>
          </ac:spMkLst>
        </pc:spChg>
        <pc:picChg chg="mod">
          <ac:chgData name="Raviraj Suryavanshi" userId="99199785-5282-48b1-85f8-71ff2049b951" providerId="ADAL" clId="{FC643498-5734-4427-A9FC-E17CF51807D2}" dt="2026-07-10T06:53:49.885" v="2" actId="1076"/>
          <ac:picMkLst>
            <pc:docMk/>
            <pc:sldMk cId="3417721485" sldId="256"/>
            <ac:picMk id="6" creationId="{E0218643-B462-5E19-35F1-1C027203264E}"/>
          </ac:picMkLst>
        </pc:picChg>
      </pc:sldChg>
      <pc:sldChg chg="delSp modSp mod setBg chgLayout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2939930866" sldId="274"/>
        </pc:sldMkLst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2939930866" sldId="274"/>
            <ac:spMk id="2" creationId="{D44BCB7C-A6FC-4118-9027-468ECFDE6455}"/>
          </ac:spMkLst>
        </pc:spChg>
      </pc:sldChg>
      <pc:sldChg chg="delSp 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167989955" sldId="275"/>
        </pc:sldMkLst>
      </pc:sldChg>
      <pc:sldChg chg="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1370246128" sldId="276"/>
        </pc:sldMkLst>
      </pc:sldChg>
      <pc:sldChg chg="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463764260" sldId="277"/>
        </pc:sldMkLst>
      </pc:sldChg>
      <pc:sldChg chg="delSp 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673721066" sldId="283"/>
        </pc:sldMkLst>
      </pc:sldChg>
      <pc:sldMasterChg chg="add addSldLayout delSldLayout modSldLayout sldLayoutOrd">
        <pc:chgData name="Raviraj Suryavanshi" userId="99199785-5282-48b1-85f8-71ff2049b951" providerId="ADAL" clId="{FC643498-5734-4427-A9FC-E17CF51807D2}" dt="2026-07-10T06:52:00.888" v="1" actId="26606"/>
        <pc:sldMasterMkLst>
          <pc:docMk/>
          <pc:sldMasterMk cId="645065765" sldId="2147483744"/>
        </pc:sldMasterMkLst>
        <pc:sldLayoutChg chg="ad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202325018" sldId="2147483745"/>
          </pc:sldLayoutMkLst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466546179" sldId="2147483746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074580271" sldId="2147483747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623104670" sldId="2147483748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987299386" sldId="2147483749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7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8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9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4240550557" sldId="2147483750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5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293073901" sldId="2147483751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4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140976417" sldId="2147483752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179080689" sldId="2147483753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7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14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386312784" sldId="2147483754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498008873" sldId="2147483755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20505379" sldId="2147483756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10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1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178569399" sldId="2147483757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044187618" sldId="2147483758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10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1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4285960841" sldId="2147483759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10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202126091" sldId="2147483760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8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447542997" sldId="2147483761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6" creationId="{00000000-0000-0000-0000-000000000000}"/>
            </ac:spMkLst>
          </pc:spChg>
        </pc:sldLayoutChg>
      </pc:sldMasterChg>
    </pc:docChg>
  </pc:docChgLst>
  <pc:docChgLst>
    <pc:chgData name="Guest User" userId="S::urn:spo:tenantanon#5d41fd7c-b291-4130-ac2b-9170e1c4c03e::" providerId="AD" clId="Web-{FA9335FA-D4DB-670C-E070-1A7DCBDC0F93}"/>
    <pc:docChg chg="modSld">
      <pc:chgData name="Guest User" userId="S::urn:spo:tenantanon#5d41fd7c-b291-4130-ac2b-9170e1c4c03e::" providerId="AD" clId="Web-{FA9335FA-D4DB-670C-E070-1A7DCBDC0F93}" dt="2026-07-13T10:29:45.611" v="851" actId="20577"/>
      <pc:docMkLst>
        <pc:docMk/>
      </pc:docMkLst>
      <pc:sldChg chg="modSp">
        <pc:chgData name="Guest User" userId="S::urn:spo:tenantanon#5d41fd7c-b291-4130-ac2b-9170e1c4c03e::" providerId="AD" clId="Web-{FA9335FA-D4DB-670C-E070-1A7DCBDC0F93}" dt="2026-07-13T09:37:58.653" v="363" actId="20577"/>
        <pc:sldMkLst>
          <pc:docMk/>
          <pc:sldMk cId="3417721485" sldId="256"/>
        </pc:sldMkLst>
        <pc:spChg chg="mod">
          <ac:chgData name="Guest User" userId="S::urn:spo:tenantanon#5d41fd7c-b291-4130-ac2b-9170e1c4c03e::" providerId="AD" clId="Web-{FA9335FA-D4DB-670C-E070-1A7DCBDC0F93}" dt="2026-07-13T09:37:26.714" v="358" actId="20577"/>
          <ac:spMkLst>
            <pc:docMk/>
            <pc:sldMk cId="3417721485" sldId="256"/>
            <ac:spMk id="2" creationId="{340C7600-5BA8-4A54-887F-74AF87750A31}"/>
          </ac:spMkLst>
        </pc:spChg>
        <pc:spChg chg="mod">
          <ac:chgData name="Guest User" userId="S::urn:spo:tenantanon#5d41fd7c-b291-4130-ac2b-9170e1c4c03e::" providerId="AD" clId="Web-{FA9335FA-D4DB-670C-E070-1A7DCBDC0F93}" dt="2026-07-13T09:37:58.653" v="363" actId="20577"/>
          <ac:spMkLst>
            <pc:docMk/>
            <pc:sldMk cId="3417721485" sldId="256"/>
            <ac:spMk id="3" creationId="{AE584786-6548-4BB4-95FD-977AD1F362C6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09:46:54.573" v="481" actId="20577"/>
        <pc:sldMkLst>
          <pc:docMk/>
          <pc:sldMk cId="167989955" sldId="275"/>
        </pc:sldMkLst>
        <pc:spChg chg="mod">
          <ac:chgData name="Guest User" userId="S::urn:spo:tenantanon#5d41fd7c-b291-4130-ac2b-9170e1c4c03e::" providerId="AD" clId="Web-{FA9335FA-D4DB-670C-E070-1A7DCBDC0F93}" dt="2026-07-13T09:46:54.573" v="481" actId="20577"/>
          <ac:spMkLst>
            <pc:docMk/>
            <pc:sldMk cId="167989955" sldId="275"/>
            <ac:spMk id="3" creationId="{986BC351-8EC8-A494-47E4-5E92BD955168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09:49:59.609" v="522" actId="20577"/>
        <pc:sldMkLst>
          <pc:docMk/>
          <pc:sldMk cId="1370246128" sldId="276"/>
        </pc:sldMkLst>
        <pc:spChg chg="mod">
          <ac:chgData name="Guest User" userId="S::urn:spo:tenantanon#5d41fd7c-b291-4130-ac2b-9170e1c4c03e::" providerId="AD" clId="Web-{FA9335FA-D4DB-670C-E070-1A7DCBDC0F93}" dt="2026-07-13T09:49:59.609" v="522" actId="20577"/>
          <ac:spMkLst>
            <pc:docMk/>
            <pc:sldMk cId="1370246128" sldId="276"/>
            <ac:spMk id="3" creationId="{38CF1B3F-AA94-9A20-2020-4F28AAFEF0C4}"/>
          </ac:spMkLst>
        </pc:spChg>
      </pc:sldChg>
      <pc:sldChg chg="addSp delSp modSp">
        <pc:chgData name="Guest User" userId="S::urn:spo:tenantanon#5d41fd7c-b291-4130-ac2b-9170e1c4c03e::" providerId="AD" clId="Web-{FA9335FA-D4DB-670C-E070-1A7DCBDC0F93}" dt="2026-07-13T09:51:31.862" v="542" actId="20577"/>
        <pc:sldMkLst>
          <pc:docMk/>
          <pc:sldMk cId="463764260" sldId="277"/>
        </pc:sldMkLst>
        <pc:spChg chg="add del mod">
          <ac:chgData name="Guest User" userId="S::urn:spo:tenantanon#5d41fd7c-b291-4130-ac2b-9170e1c4c03e::" providerId="AD" clId="Web-{FA9335FA-D4DB-670C-E070-1A7DCBDC0F93}" dt="2026-07-13T09:51:31.862" v="542" actId="20577"/>
          <ac:spMkLst>
            <pc:docMk/>
            <pc:sldMk cId="463764260" sldId="277"/>
            <ac:spMk id="3" creationId="{7A92CB22-FB45-53D8-B536-11645AF7CFAC}"/>
          </ac:spMkLst>
        </pc:spChg>
        <pc:spChg chg="add del mod">
          <ac:chgData name="Guest User" userId="S::urn:spo:tenantanon#5d41fd7c-b291-4130-ac2b-9170e1c4c03e::" providerId="AD" clId="Web-{FA9335FA-D4DB-670C-E070-1A7DCBDC0F93}" dt="2026-07-13T09:50:22.829" v="526"/>
          <ac:spMkLst>
            <pc:docMk/>
            <pc:sldMk cId="463764260" sldId="277"/>
            <ac:spMk id="5" creationId="{7B3CCF2E-C099-D1FF-DE29-79B23CC20F0C}"/>
          </ac:spMkLst>
        </pc:spChg>
        <pc:spChg chg="add del">
          <ac:chgData name="Guest User" userId="S::urn:spo:tenantanon#5d41fd7c-b291-4130-ac2b-9170e1c4c03e::" providerId="AD" clId="Web-{FA9335FA-D4DB-670C-E070-1A7DCBDC0F93}" dt="2026-07-13T09:50:22.829" v="525"/>
          <ac:spMkLst>
            <pc:docMk/>
            <pc:sldMk cId="463764260" sldId="277"/>
            <ac:spMk id="11" creationId="{50E53EDA-3B94-4F6B-9E86-D3BB9EBB9616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09:45.047" v="680" actId="20577"/>
        <pc:sldMkLst>
          <pc:docMk/>
          <pc:sldMk cId="2957815892" sldId="278"/>
        </pc:sldMkLst>
        <pc:spChg chg="mod">
          <ac:chgData name="Guest User" userId="S::urn:spo:tenantanon#5d41fd7c-b291-4130-ac2b-9170e1c4c03e::" providerId="AD" clId="Web-{FA9335FA-D4DB-670C-E070-1A7DCBDC0F93}" dt="2026-07-13T10:04:05.272" v="568" actId="1076"/>
          <ac:spMkLst>
            <pc:docMk/>
            <pc:sldMk cId="2957815892" sldId="278"/>
            <ac:spMk id="2" creationId="{E165C467-443C-4523-E9E0-986EE0442333}"/>
          </ac:spMkLst>
        </pc:spChg>
        <pc:spChg chg="mod">
          <ac:chgData name="Guest User" userId="S::urn:spo:tenantanon#5d41fd7c-b291-4130-ac2b-9170e1c4c03e::" providerId="AD" clId="Web-{FA9335FA-D4DB-670C-E070-1A7DCBDC0F93}" dt="2026-07-13T10:09:45.047" v="680" actId="20577"/>
          <ac:spMkLst>
            <pc:docMk/>
            <pc:sldMk cId="2957815892" sldId="278"/>
            <ac:spMk id="3" creationId="{03A4CFA8-54DE-C2F3-D279-7FF6293E6C6E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13:53.195" v="699" actId="20577"/>
        <pc:sldMkLst>
          <pc:docMk/>
          <pc:sldMk cId="2825175948" sldId="279"/>
        </pc:sldMkLst>
        <pc:spChg chg="mod">
          <ac:chgData name="Guest User" userId="S::urn:spo:tenantanon#5d41fd7c-b291-4130-ac2b-9170e1c4c03e::" providerId="AD" clId="Web-{FA9335FA-D4DB-670C-E070-1A7DCBDC0F93}" dt="2026-07-13T10:13:53.195" v="699" actId="20577"/>
          <ac:spMkLst>
            <pc:docMk/>
            <pc:sldMk cId="2825175948" sldId="279"/>
            <ac:spMk id="3" creationId="{AF7E84F3-052C-2F72-ECB3-419BD878587C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6:25.012" v="804" actId="20577"/>
        <pc:sldMkLst>
          <pc:docMk/>
          <pc:sldMk cId="3288751205" sldId="280"/>
        </pc:sldMkLst>
        <pc:spChg chg="mod">
          <ac:chgData name="Guest User" userId="S::urn:spo:tenantanon#5d41fd7c-b291-4130-ac2b-9170e1c4c03e::" providerId="AD" clId="Web-{FA9335FA-D4DB-670C-E070-1A7DCBDC0F93}" dt="2026-07-13T10:26:25.012" v="804" actId="20577"/>
          <ac:spMkLst>
            <pc:docMk/>
            <pc:sldMk cId="3288751205" sldId="280"/>
            <ac:spMk id="3" creationId="{074D170E-760E-EACE-52D0-293B32407FFA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9:45.611" v="851" actId="20577"/>
        <pc:sldMkLst>
          <pc:docMk/>
          <pc:sldMk cId="4149173409" sldId="281"/>
        </pc:sldMkLst>
        <pc:spChg chg="mod">
          <ac:chgData name="Guest User" userId="S::urn:spo:tenantanon#5d41fd7c-b291-4130-ac2b-9170e1c4c03e::" providerId="AD" clId="Web-{FA9335FA-D4DB-670C-E070-1A7DCBDC0F93}" dt="2026-07-13T10:29:45.611" v="851" actId="20577"/>
          <ac:spMkLst>
            <pc:docMk/>
            <pc:sldMk cId="4149173409" sldId="281"/>
            <ac:spMk id="3" creationId="{A8A87C02-6349-BE87-7698-61448B461429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0:56.519" v="763" actId="20577"/>
        <pc:sldMkLst>
          <pc:docMk/>
          <pc:sldMk cId="3538429993" sldId="282"/>
        </pc:sldMkLst>
        <pc:spChg chg="mod">
          <ac:chgData name="Guest User" userId="S::urn:spo:tenantanon#5d41fd7c-b291-4130-ac2b-9170e1c4c03e::" providerId="AD" clId="Web-{FA9335FA-D4DB-670C-E070-1A7DCBDC0F93}" dt="2026-07-13T10:16:15.933" v="732" actId="1076"/>
          <ac:spMkLst>
            <pc:docMk/>
            <pc:sldMk cId="3538429993" sldId="282"/>
            <ac:spMk id="2" creationId="{07850F4E-F49D-E449-82F1-2AFB7A191CC6}"/>
          </ac:spMkLst>
        </pc:spChg>
        <pc:spChg chg="mod">
          <ac:chgData name="Guest User" userId="S::urn:spo:tenantanon#5d41fd7c-b291-4130-ac2b-9170e1c4c03e::" providerId="AD" clId="Web-{FA9335FA-D4DB-670C-E070-1A7DCBDC0F93}" dt="2026-07-13T10:20:56.519" v="763" actId="20577"/>
          <ac:spMkLst>
            <pc:docMk/>
            <pc:sldMk cId="3538429993" sldId="282"/>
            <ac:spMk id="3" creationId="{2D62A166-4721-3478-A569-36D5DD3BE006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qa-analyst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 Briefing  |  Jira Epic/Story → tested, reported, go/no-go decision</a:t>
            </a:r>
          </a:p>
        </p:txBody>
      </p:sp>
      <p:pic>
        <p:nvPicPr>
          <p:cNvPr id="4" name="Picture 3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69" y="407791"/>
            <a:ext cx="5111974" cy="13659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53492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Jira Epic/Story in → verified release decision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53492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Delegates design &amp; scripting to 3 sibling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3492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60–70% API · 20–30% UI · 5–10% manual test 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onsolas"/>
              </a:rPr>
              <a:t>.claude/agents/qa-analyst.md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/>
          <a:lstStyle/>
          <a:p>
            <a:r>
              <a:t>Why this exists</a:t>
            </a:r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666923" y="1668780"/>
            <a:ext cx="0" cy="3520440"/>
          </a:xfrm>
          <a:prstGeom prst="line">
            <a:avLst/>
          </a:prstGeom>
          <a:ln w="19050">
            <a:solidFill>
              <a:srgbClr val="2E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901573" y="880076"/>
            <a:ext cx="73956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A5F"/>
                </a:solidFill>
                <a:latin typeface="Calibri Light"/>
              </a:rPr>
              <a:t>QA on a ticket is always the same six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1573" y="1554480"/>
            <a:ext cx="7395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Did anyone write a test plan, or did testing start from vibes?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Is the environment even up — and did this ticket's change actually ship there?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Are the automation scripts current, or quietly stale since the last refactor?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Did we run everything (slow, wasteful) or nothing impacted (risky)?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When a test fails, is that a real bug — or a flaky selector wasting an afternoon?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Is there a report anyone can actually hand to a release manager?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573" y="4892040"/>
            <a:ext cx="7395656" cy="14173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0173" y="50292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AADC8"/>
                </a:solidFill>
                <a:latin typeface="Calibri"/>
              </a:rPr>
              <a:t>qa-analyst's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0173" y="5321808"/>
            <a:ext cx="6309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FFFFF"/>
                </a:solidFill>
                <a:latin typeface="Calibri Light"/>
              </a:rPr>
              <a:t>One agent owns the orchestration end to end, delegates what needs specialist judgment, and never fakes a result it didn't produce.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HOW IT'S INVOKED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input. A verified release decision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6E87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onsolas"/>
              </a:rPr>
              <a:t>PROJ-1234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C6E87"/>
                </a:solidFill>
                <a:latin typeface="Calibri"/>
              </a:rPr>
              <a:t>A single Jira Epic or Story key — that's the entire interface.</a:t>
            </a:r>
          </a:p>
        </p:txBody>
      </p:sp>
      <p:sp>
        <p:nvSpPr>
          <p:cNvPr id="11" name="Chevron 10"/>
          <p:cNvSpPr/>
          <p:nvPr/>
        </p:nvSpPr>
        <p:spPr>
          <a:xfrm>
            <a:off x="406908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492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alibri Light"/>
              </a:rPr>
              <a:t>7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3A5F"/>
                </a:solidFill>
                <a:latin typeface="Calibri"/>
              </a:rPr>
              <a:t>Plan → gate → seed → script → execute → analyze → report — orchestrated by qa-analyst, delegated to specialists.</a:t>
            </a:r>
          </a:p>
        </p:txBody>
      </p:sp>
      <p:sp>
        <p:nvSpPr>
          <p:cNvPr id="16" name="Chevron 15"/>
          <p:cNvSpPr/>
          <p:nvPr/>
        </p:nvSpPr>
        <p:spPr>
          <a:xfrm>
            <a:off x="854964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2103120"/>
            <a:ext cx="2057400" cy="3383280"/>
          </a:xfrm>
          <a:prstGeom prst="roundRect">
            <a:avLst>
              <a:gd name="adj" fmla="val 8000"/>
            </a:avLst>
          </a:prstGeom>
          <a:solidFill>
            <a:srgbClr val="EAF3E0"/>
          </a:solidFill>
          <a:ln w="952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331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A3B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6974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5C8A3B"/>
                </a:solidFill>
                <a:latin typeface="Calibri Light"/>
              </a:rPr>
              <a:t>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520440"/>
            <a:ext cx="1600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+ full artifact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58521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Seven steps, executed in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Plan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Fetch Epic + every Story/Task/Sub-task; delegate test cases to qa-test-designer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0574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1874519"/>
            <a:ext cx="1572768" cy="502920"/>
          </a:xfrm>
          <a:prstGeom prst="rect">
            <a:avLst/>
          </a:prstGeom>
          <a:solidFill>
            <a:srgbClr val="B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Environment up? Changes deployed? Figma matches build? Hard blocker if not.</a:t>
            </a:r>
          </a:p>
        </p:txBody>
      </p:sp>
      <p:sp>
        <p:nvSpPr>
          <p:cNvPr id="16" name="Chevron 15"/>
          <p:cNvSpPr/>
          <p:nvPr/>
        </p:nvSpPr>
        <p:spPr>
          <a:xfrm>
            <a:off x="370332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9476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Seed +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Script all seed data; capture every network call the app makes</a:t>
            </a:r>
          </a:p>
        </p:txBody>
      </p:sp>
      <p:sp>
        <p:nvSpPr>
          <p:cNvPr id="21" name="Chevron 20"/>
          <p:cNvSpPr/>
          <p:nvPr/>
        </p:nvSpPr>
        <p:spPr>
          <a:xfrm>
            <a:off x="534924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068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Delegate to api- / ui-automation-architect using captured shapes</a:t>
            </a:r>
          </a:p>
        </p:txBody>
      </p:sp>
      <p:sp>
        <p:nvSpPr>
          <p:cNvPr id="26" name="Chevron 25"/>
          <p:cNvSpPr/>
          <p:nvPr/>
        </p:nvSpPr>
        <p:spPr>
          <a:xfrm>
            <a:off x="699516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660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8660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Impacted tests only, one retry, no loops</a:t>
            </a:r>
          </a:p>
        </p:txBody>
      </p:sp>
      <p:sp>
        <p:nvSpPr>
          <p:cNvPr id="31" name="Chevron 30"/>
          <p:cNvSpPr/>
          <p:nvPr/>
        </p:nvSpPr>
        <p:spPr>
          <a:xfrm>
            <a:off x="864108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Automation defect vs. genuine deviation, per failure</a:t>
            </a:r>
          </a:p>
        </p:txBody>
      </p:sp>
      <p:sp>
        <p:nvSpPr>
          <p:cNvPr id="36" name="Chevron 35"/>
          <p:cNvSpPr/>
          <p:nvPr/>
        </p:nvSpPr>
        <p:spPr>
          <a:xfrm>
            <a:off x="102870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784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7844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report.md + execution-summary.md + draft Jira bugs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C6E87"/>
                </a:solidFill>
                <a:latin typeface="Calibri"/>
              </a:rPr>
              <a:t>A blocked gate (step 2) stops everything downstream — no fabricated results past a blocker.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DELEGATION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orchestrator, three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C6E87"/>
                </a:solidFill>
                <a:latin typeface="Calibri"/>
              </a:rPr>
              <a:t>qa-analyst owns the process. Each sibling agent owns one discipline's depth, so the rules live in exactly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30632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 Light"/>
              </a:rPr>
              <a:t>qa-analyst</a:t>
            </a:r>
          </a:p>
          <a:p>
            <a:pPr algn="ctr"/>
            <a:r>
              <a:rPr sz="1050">
                <a:solidFill>
                  <a:srgbClr val="A9BBD1"/>
                </a:solidFill>
                <a:latin typeface="Calibri"/>
              </a:rPr>
              <a:t>plan · gate · seed · execute ·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Test case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qa-test-designer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Happy path · negative · boundary · edge · integration · non-functional. AC-coverage traceability. Produces qa/test-cases.md.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458114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API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37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api-automation-architect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30352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Wrapper-class + JSON-fixture + template-assertion pattern for spec/api/, libs/, test_data/.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8855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UI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ui-automation-architect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Page Object Model, Data Factory, Builder, Facade, Strategy for browser-driven specs.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3108960"/>
            <a:ext cx="132588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83280" y="3794760"/>
            <a:ext cx="1325880" cy="10515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52360" y="3108960"/>
            <a:ext cx="137160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API-AUTOMATION-ARCHITECT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API layer: one wrapper class per 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alibri"/>
              </a:rPr>
              <a:t>PROJECT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config/hosts.json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317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base URLs per 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libs/&lt;domain&gt;.ts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426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wrapper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libs/utils/requests.ts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535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sendGet/Post/Put/Delete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libs/utils/assertions.ts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64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verifyResponseTemplate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test_data/&lt;domain&gt;/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753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request + response fixtures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spec/api/&lt;domain&gt;.spec.ts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8620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test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4572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WRAPPER-CLASS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36592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Constructor takes optional context + baseUrl; lazy async init if none passed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Every public method starts with await this.ensureContext()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Re-init context after auth, to inject the token into headers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783080"/>
            <a:ext cx="6217920" cy="438912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19659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TEMPLATE-BASED ASSERTIONS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395728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"skip"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4688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Ignore field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288036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95351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"should_not_be_null"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95351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Exists, not null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3364992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3438144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"only_chars" / "only_digits"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3814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Regex-shape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3849624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392277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"match_regex:/pattern/"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92277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Custom regex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4334256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4074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literal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407408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Exact equality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BEST PRACTICES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5193792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Fresh, independent test data per test — no shared state across tests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Negative cases pass failOnStatusCode=false, then assert the error status directly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New domain checklist: host entry → wrapper class → fixtures → spec → run to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UI-AUTOMATION-ARCHITECT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UI layer: five patterns, applied only where earned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2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Page Object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03704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pages/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920240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class per file, PascalCase matching the filename. Methods named for user intent (proceedToCheckout), not the locator. data-test/data-testid first, getByRole/getByLabel fallback.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79192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7063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Data 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981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816352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function per domain, typed return composed from page-object interfaces. Deterministic fixtures — no faker unless explicitly asked.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75304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66744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9592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factories/&lt;Type&gt;Builder.ts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12464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Fluent, chainable, for objects with 4+ optional fields tests vary. build() always returns a fresh copy, never the mutable internal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471416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62856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Facade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920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facades/&lt;Feature&gt;Facade.ts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608576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For specs chaining 3+ page objects into one workflow. Named for the workflow (completeGuestCheckout), constructor-injected page objects.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367528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589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8815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strategies/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504688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Only when 2+ interchangeable behaviors genuinely exist today (e.g. environment or auth method) — never a one-implementation abstraction.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636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B85A2E"/>
                </a:solidFill>
                <a:latin typeface="Calibri"/>
              </a:rPr>
              <a:t>Introduce Builder/Facade/Strategy only when the pattern is earned by real duplication — never as speculative abstraction ahead of need.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01 — PLAN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Every Story, every Sub-task. No sampling.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qa-analyst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Enumerate the Epic + every linked Story/Task/Sub-task exhaustively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Pull Figma frame data for later parity checks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Author test-plan.md itself: scope, environments, entry/exit criteria, risk, target test-pyramid mix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Fold qa-test-designer's output into test-cases.md, update-in-place on reruns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qa-test-designer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Applies every design technique: happy path, negative, boundary value, edge case, integration, non-functional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Targets the 60-70/20-30/5-10 test-pyramid mix when typing each case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Every AC gets at least one happy path AND one negative scenario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Ambiguous ACs → scenarios for both interpretations, marked [ASSUMPTION]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02 —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If it's not really there, nothing downstream is real either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8541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75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Environment up?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API health/status endpoint + live browser_navigate / browser_snapshot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23697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2724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Changes deployed?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564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Jira fix-version, release marker, or a live smoke check against the AC itself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28853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788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Figma matches build?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0799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If frames were linked in step 1 — compare structure, copy, layout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65960"/>
            <a:ext cx="4160520" cy="41605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221284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2A982"/>
                </a:solidFill>
                <a:latin typeface="Calibri"/>
              </a:rPr>
              <a:t>HARD BLOCKER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51760"/>
            <a:ext cx="3611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Environment down, or changes not present →
STOP. Report the blocker plainly: what's missing, what was checked, what unblocks it.
No fabricated results past this point.
A Figma discrepancy alone is not a blocker — log it, keep going.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TEST PYRAMID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Push coverage down the stack, not up</a:t>
            </a:r>
          </a:p>
        </p:txBody>
      </p:sp>
      <p:sp>
        <p:nvSpPr>
          <p:cNvPr id="7" name="Trapezoid 6"/>
          <p:cNvSpPr/>
          <p:nvPr/>
        </p:nvSpPr>
        <p:spPr>
          <a:xfrm rot="10800000">
            <a:off x="365760" y="1920240"/>
            <a:ext cx="5852160" cy="1005840"/>
          </a:xfrm>
          <a:prstGeom prst="trapezoid">
            <a:avLst/>
          </a:prstGeom>
          <a:solidFill>
            <a:srgbClr val="EAF3E0"/>
          </a:solidFill>
          <a:ln w="19050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C8A3B"/>
                </a:solidFill>
                <a:latin typeface="Calibri"/>
              </a:rPr>
              <a:t>60–70% 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02996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Backend-verifiable behavior — including endpoints discovered only via network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105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50" b="1">
                <a:solidFill>
                  <a:srgbClr val="5C8A3B"/>
                </a:solidFill>
                <a:latin typeface="Calibri"/>
              </a:rPr>
              <a:t>API</a:t>
            </a:r>
          </a:p>
        </p:txBody>
      </p:sp>
      <p:sp>
        <p:nvSpPr>
          <p:cNvPr id="10" name="Trapezoid 9"/>
          <p:cNvSpPr/>
          <p:nvPr/>
        </p:nvSpPr>
        <p:spPr>
          <a:xfrm rot="10800000">
            <a:off x="1188720" y="2971800"/>
            <a:ext cx="4206240" cy="914400"/>
          </a:xfrm>
          <a:prstGeom prst="trapezoid">
            <a:avLst/>
          </a:prstGeom>
          <a:solidFill>
            <a:srgbClr val="E3ECF6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E6FB5"/>
                </a:solidFill>
                <a:latin typeface="Calibri"/>
              </a:rPr>
              <a:t>20–30% 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8152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Only what needs rendering/interaction: layout, validation messages, navigation, visual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6207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50" b="1">
                <a:solidFill>
                  <a:srgbClr val="2E6FB5"/>
                </a:solidFill>
                <a:latin typeface="Calibri"/>
              </a:rPr>
              <a:t>UI</a:t>
            </a:r>
          </a:p>
        </p:txBody>
      </p:sp>
      <p:sp>
        <p:nvSpPr>
          <p:cNvPr id="13" name="Trapezoid 12"/>
          <p:cNvSpPr/>
          <p:nvPr/>
        </p:nvSpPr>
        <p:spPr>
          <a:xfrm rot="10800000">
            <a:off x="2103120" y="4023360"/>
            <a:ext cx="2377440" cy="914400"/>
          </a:xfrm>
          <a:prstGeom prst="trapezoid">
            <a:avLst/>
          </a:prstGeom>
          <a:solidFill>
            <a:srgbClr val="FCEEE6"/>
          </a:solidFill>
          <a:ln w="19050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B85A2E"/>
                </a:solidFill>
                <a:latin typeface="Calibri"/>
              </a:rPr>
              <a:t>5–10%  Manual 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13308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High-value cross-system journeys — never automated, by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136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C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50" b="1">
                <a:solidFill>
                  <a:srgbClr val="B85A2E"/>
                </a:solidFill>
                <a:latin typeface="Calibri"/>
              </a:rPr>
              <a:t>Manual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521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5C6E87"/>
                </a:solidFill>
                <a:latin typeface="Calibri"/>
              </a:rPr>
              <a:t>If an Epic genuinely can't hit this ratio (e.g. UI-only, no API surface), qa-analyst says so explicitly — it never forces a case into the wrong layer just to hit the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03–04 — SEED, CAPTURE,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The network tab becomes a test-generation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Seed via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API seeds compose the wrapper-class pattern; UI seeds walked live via MCP, then encoded as a script — never a one-off manual run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783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Capture network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browser_network_requests during seeding/execution → dedup by endpoint+method → network-capture.md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675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Turn endpoints into API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Even endpoints the ticket never named get wrapper methods + fixtures from the real observed shapes</a:t>
            </a:r>
          </a:p>
        </p:txBody>
      </p:sp>
      <p:sp>
        <p:nvSpPr>
          <p:cNvPr id="21" name="Chevron 20"/>
          <p:cNvSpPr/>
          <p:nvPr/>
        </p:nvSpPr>
        <p:spPr>
          <a:xfrm>
            <a:off x="880567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Delegate remaining scripts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UI-typed cases → ui-automation-architect; every touched file logged in script-changes.md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05–06 — EXECUTE &amp;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 Light"/>
              </a:rPr>
              <a:t>Impacted only. Retry once. Then it's a finding, not a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Execution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Scope  </a:t>
            </a:r>
            <a:r>
              <a:rPr sz="1400">
                <a:solidFill>
                  <a:srgbClr val="1F3A5F"/>
                </a:solidFill>
                <a:latin typeface="Calibri"/>
              </a:rPr>
              <a:t>Only specs impacted by this Epic/Story — never the full suite, never unrelated pre-existing specs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Retry  </a:t>
            </a:r>
            <a:r>
              <a:rPr sz="1400">
                <a:solidFill>
                  <a:srgbClr val="1F3A5F"/>
                </a:solidFill>
                <a:latin typeface="Calibri"/>
              </a:rPr>
              <a:t>At most one retry on failure, plus at most one considered fix-and-retry for obvious defects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After that  </a:t>
            </a:r>
            <a:r>
              <a:rPr sz="1400">
                <a:solidFill>
                  <a:srgbClr val="1F3A5F"/>
                </a:solidFill>
                <a:latin typeface="Calibri"/>
              </a:rPr>
              <a:t>Still failing? Treat as a possible genuine application issue — carry into analysis, stop debugging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Manual scenarios  </a:t>
            </a:r>
            <a:r>
              <a:rPr sz="1400">
                <a:solidFill>
                  <a:srgbClr val="1F3A5F"/>
                </a:solidFill>
                <a:latin typeface="Calibri"/>
              </a:rPr>
              <a:t>Walked live via MCP where feasible, clearly labeled — never claimed as automated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6AADC8"/>
                </a:solidFill>
                <a:latin typeface="Calibri"/>
              </a:rPr>
              <a:t>Every failure gets one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 Light"/>
              </a:rPr>
              <a:t>Automation defect,
or genuine deviation?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332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6E6"/>
                </a:solidFill>
                <a:latin typeface="Calibri"/>
              </a:rPr>
              <a:t>Bad selector, stale fixture, timing → automation defect, fixed in place.
Behavior contradicts the Epic/Story's actual acceptance criterion → genuine deviation, goes to the report and a bug draft.
Never lumped together. Never silently reclassified to make numbers look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07 —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qa-artifacts/&lt;KEY&gt;/ — everything, checked in, verified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test-plan.md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9842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659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Scope, environments, entry/exit criteria, risk, pyramid mix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2315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5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test-cases.md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5328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5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Per-issue case tables + Figma-derived UI 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7179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network-capture.md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08152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6323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Distinct endpoints observed during seeding/execution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1187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script-changes.md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63016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1187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Every spec/page-object/fixture touched, with why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06907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report.md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17880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16051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Detailed results, deviations, failure evidence, Figma parity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61771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091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execution-summary.md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7274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One-minute read: pass/fail, mix, go/no-go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16635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57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jira-bug-drafts.md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52760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577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Draft-only — needs your confirmation to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1">
                <a:solidFill>
                  <a:srgbClr val="B85A2E"/>
                </a:solidFill>
                <a:latin typeface="Calibri"/>
              </a:rPr>
              <a:t>report.md and execution-summary.md are re-read from disk before the run is declared complete — a chat summary alone doesn't count.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 Light"/>
              </a:rPr>
              <a:t>It drafts. It never files.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1168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45820" y="233172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4440" y="19476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Genuine deviation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343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 an automation defect — a real behavior contradicting the Epic/Story's AC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45820" y="338328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4440" y="29992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Draft written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6499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Summary, environment, steps to reproduce, expected/actual, severity, evidence paths — in jira-bug-drafts.md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11480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45820" y="443484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34440" y="405079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You review &amp;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1655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Nothing is created until you explicitly say which drafts to file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166360"/>
            <a:ext cx="320040" cy="320040"/>
          </a:xfrm>
          <a:prstGeom prst="ellipse">
            <a:avLst/>
          </a:prstGeom>
          <a:solidFill>
            <a:srgbClr val="5C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1023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Only then: real Jira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46811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POST /rest/api/3/issue via config defaults — created keys reported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96596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 w="9525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B85A2E"/>
                </a:solidFill>
                <a:latin typeface="Calibr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606040"/>
            <a:ext cx="2651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Auto-filing bugs against a shared Jira project is a write action with real cost — noisy backlogs, wrong-severity tickets, alert fatigue. A draft costs nothing to be wrong; a filed ticket costs someone's afternoon.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Built on the tools already in this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3520440" cy="4572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Claude Code subagents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.claude/agents/*.md — qa-analyst + 3 specialist siblings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6440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Agent tool delegation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57016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qa-analyst never writes spec/wrapper/page-object code itself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7830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783080"/>
            <a:ext cx="3520440" cy="4572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Test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04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Playwright +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97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API: wrapper-class + JSON-fixture + template-assertion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6440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UI: Page Object Model, Data Factory, Builder, Facade,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31336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23944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@smoke / @sanity / @regression on every automated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90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Playwright CLI + 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983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CLI for scripted headless runs, MCP for live discovery/repro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7830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1783080"/>
            <a:ext cx="3520440" cy="4572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Integrations &amp;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4048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Jira 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69748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Epic → Story → Task → Sub-task, plus draft bug 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26440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Figma 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57016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Design-vs-build parity check at the deployment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12394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config/qa-agent.config.json + .env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416552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E87"/>
                </a:solidFill>
                <a:latin typeface="Calibri"/>
              </a:rPr>
              <a:t>URLs, environments, seeding paths,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080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C6E87"/>
                </a:solidFill>
                <a:latin typeface="Calibri"/>
              </a:rPr>
              <a:t>Test pyramid target: 60–70% API · 20–30% UI · 5–10% manual E2E — enforced, not aspirational.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TRY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 Light"/>
              </a:rPr>
              <a:t>Three steps to a live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25856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F3A5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1226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cp .env.example .env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9631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Fill in JIRA_API_TOKEN, FIGMA_API_TOKEN, GIT_TOKEN, app credentials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0040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49300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F3A5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467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edit config/qa-agent.config.json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307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Jira project, Figma team, per-environment app/API URLs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3484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F3A5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811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"Run the qa-analyst agent for PROJ-1234"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96519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Or: Agent tool with subagent_type: qa-analyst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E87"/>
                </a:solidFill>
                <a:latin typeface="Consolas"/>
              </a:rPr>
              <a:t>.claude/agents/qa-analyst.md   ·   QA_ANALYST_README.md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16 / 16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F3A5F"/>
      </a:dk2>
      <a:lt2>
        <a:srgbClr val="F1F4F9"/>
      </a:lt2>
      <a:accent1>
        <a:srgbClr val="2E6FB5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8D3305-1D9D-4BC8-A40F-6F8AE50BD76B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Celestial</vt:lpstr>
      <vt:lpstr>AI Hackathon – AI Marketing Operations Platform</vt:lpstr>
      <vt:lpstr>Introduction </vt:lpstr>
      <vt:lpstr>Problem statement </vt:lpstr>
      <vt:lpstr>Solution / Approach</vt:lpstr>
      <vt:lpstr>Tech-stack selection</vt:lpstr>
      <vt:lpstr>Architecture design/diagram</vt:lpstr>
      <vt:lpstr>Impact potential &amp; limitations​</vt:lpstr>
      <vt:lpstr>Implementation plan​ / Ethical &amp; security considerations</vt:lpstr>
      <vt:lpstr>Cost estimates​</vt:lpstr>
      <vt:lpstr>Demo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Dhekane</dc:creator>
  <cp:revision>1</cp:revision>
  <dcterms:created xsi:type="dcterms:W3CDTF">2025-06-27T09:30:08Z</dcterms:created>
  <dcterms:modified xsi:type="dcterms:W3CDTF">2026-07-13T10:30:31Z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